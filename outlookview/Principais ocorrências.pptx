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797675" cy="987266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23AC66-10E5-4536-8706-D39A21D87E69}" v="2" dt="2026-07-22T12:55:34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naldo Pinheiro" userId="5a7a2af5d18d95a0" providerId="LiveId" clId="{5772AF3F-0D1F-4AAB-A09E-4DA313EBDA72}"/>
    <pc:docChg chg="modSld">
      <pc:chgData name="Reinaldo Pinheiro" userId="5a7a2af5d18d95a0" providerId="LiveId" clId="{5772AF3F-0D1F-4AAB-A09E-4DA313EBDA72}" dt="2026-07-22T12:54:32.648" v="3" actId="1076"/>
      <pc:docMkLst>
        <pc:docMk/>
      </pc:docMkLst>
      <pc:sldChg chg="addSp modSp mod">
        <pc:chgData name="Reinaldo Pinheiro" userId="5a7a2af5d18d95a0" providerId="LiveId" clId="{5772AF3F-0D1F-4AAB-A09E-4DA313EBDA72}" dt="2026-07-22T12:54:32.648" v="3" actId="1076"/>
        <pc:sldMkLst>
          <pc:docMk/>
          <pc:sldMk cId="4217144506" sldId="256"/>
        </pc:sldMkLst>
        <pc:spChg chg="mod">
          <ac:chgData name="Reinaldo Pinheiro" userId="5a7a2af5d18d95a0" providerId="LiveId" clId="{5772AF3F-0D1F-4AAB-A09E-4DA313EBDA72}" dt="2026-07-22T12:54:03.222" v="1" actId="113"/>
          <ac:spMkLst>
            <pc:docMk/>
            <pc:sldMk cId="4217144506" sldId="256"/>
            <ac:spMk id="2" creationId="{6BF3D70F-25D2-9004-C883-1F14EC7EFC53}"/>
          </ac:spMkLst>
        </pc:spChg>
        <pc:picChg chg="add mod">
          <ac:chgData name="Reinaldo Pinheiro" userId="5a7a2af5d18d95a0" providerId="LiveId" clId="{5772AF3F-0D1F-4AAB-A09E-4DA313EBDA72}" dt="2026-07-22T12:54:32.648" v="3" actId="1076"/>
          <ac:picMkLst>
            <pc:docMk/>
            <pc:sldMk cId="4217144506" sldId="256"/>
            <ac:picMk id="10" creationId="{30B4AFED-41A9-69BC-A2EA-468F3A6FB9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958" cy="4941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1098" y="0"/>
            <a:ext cx="2944958" cy="4941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630BD-532D-4577-A3AB-39D566E79A87}" type="datetimeFigureOut">
              <a:rPr lang="pt-BR" smtClean="0"/>
              <a:t>22/07/2026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137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606" y="4750815"/>
            <a:ext cx="5438464" cy="38871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8477"/>
            <a:ext cx="2944958" cy="4941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1098" y="9378477"/>
            <a:ext cx="2944958" cy="4941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2A9C8-7699-45CC-A977-E4F2D3602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524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E7518-CC66-A733-66CD-3AFBB5B6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24073-17AF-82A1-8F38-BEC53ED9B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60754A-20FC-C4A1-A93E-A718C001D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14B09-72F9-499A-9092-D4E2780067C1}" type="datetime1">
              <a:rPr lang="pt-BR" smtClean="0"/>
              <a:t>22/07/2026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4C71FB-A2A8-1F95-5B7D-AD9CDB1F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430659-5B04-CEA1-4FB4-A63B6F8C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25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B99EC-7013-46BD-1C29-5C62AEA5C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7D2510-8D0B-5FDE-5E7A-DC40A6C65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1F60D2-C750-4F4A-94F3-3C333C4E6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D651-DA60-486C-AB27-E4F15BD01D01}" type="datetime1">
              <a:rPr lang="pt-BR" smtClean="0"/>
              <a:t>22/07/2026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A071B5-C460-845A-5110-F4D4CE07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399A5E-BF04-E095-B674-6998E9DA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836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604CB-3BB1-1987-393F-B433A70A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438DD9-A0EC-4931-8198-0B411B686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D27FEC-E156-9EA5-0DDD-804EA5B8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A72-79BC-4FF0-B79B-C78AB77B3CC3}" type="datetime1">
              <a:rPr lang="pt-BR" smtClean="0"/>
              <a:t>22/07/2026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A771DB-C311-B383-52E0-67CB5628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5516C3-16E6-F54B-DD96-98092139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193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0A365-707F-12D2-D53C-53528DA6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468CA9-AC17-4A2B-3539-77D02B85A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19DE25-94A2-8208-7A76-C8D505C04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40B0C0-6A0A-C402-FF08-9EEB26EB8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865D-E01B-4E51-BBE7-4A5C90E25FB2}" type="datetime1">
              <a:rPr lang="pt-BR" smtClean="0"/>
              <a:t>22/07/2026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7660B6-9F3C-9828-D9E5-C13C3F136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051A07-9ABE-A741-4313-2852BF09B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688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76FF3-2DAA-5A8F-E813-56271D04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261DF2-8D3A-D608-D35C-2E7C4D399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2A0576-9C8D-6272-25EA-1BAB00EF8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95829E0-B2E2-B472-A56E-E9026FFE6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8153F5-38EA-0E66-46EC-10A041A24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7EADECB-B5B5-CE56-E61C-D79E744ED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27731-2C1E-4571-8774-B94508903423}" type="datetime1">
              <a:rPr lang="pt-BR" smtClean="0"/>
              <a:t>22/07/2026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0011169-17ED-0135-E11A-B4A9EDD6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51A0F16-187D-2B13-B1F6-A5E8E4114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4676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2F221-CDC8-74F6-982F-3EC0D609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0CA3E9-F2BF-03FB-65EB-4BBA7EE1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267FC-8BF4-4B85-8617-CA1CA0C4807F}" type="datetime1">
              <a:rPr lang="pt-BR" smtClean="0"/>
              <a:t>22/07/2026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9BF0525-A0B7-A6D7-91E7-D0779350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BD1F6AC-0BBC-30C2-2973-7EDF8E1A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33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1E7451B-26E2-3781-4BFF-059C3CBD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EC78-DC95-46D3-8C8D-D6242729A445}" type="datetime1">
              <a:rPr lang="pt-BR" smtClean="0"/>
              <a:t>22/07/2026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E856F3-4B8C-8BB5-9FFA-35931FD6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8CAC9B-33E3-1A49-AAF0-E9A17196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71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82EFA-0187-F3FC-6172-D91469322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169E74-B182-1096-87F4-C68FBD826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69D386-447F-755A-E4F0-0253ACF09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044763-B9EE-7DF6-66E9-4C96F3A7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8AAA-989D-472D-B97B-5E5D1B9380E3}" type="datetime1">
              <a:rPr lang="pt-BR" smtClean="0"/>
              <a:t>22/07/2026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44371C-C69B-C047-5E91-0BE5704F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98929F-1F2D-FE76-54DA-B4534F20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64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295DF-C40D-2EE7-7F7E-10D0AF491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EB1968-EAE2-07CC-0225-BEF0DC4D3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BA3CBE-9A6A-B7F5-1BA6-91E7DDD57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75D573-FD98-5812-ADE7-9879C0CF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7AD4-B76A-473C-8D5D-8C8C4B3491D0}" type="datetime1">
              <a:rPr lang="pt-BR" smtClean="0"/>
              <a:t>22/07/2026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19D01F-D2C9-B6D3-AF71-8BDE41AE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B1E2A5-456E-294E-836B-88329A86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91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4E7BE-D373-EB83-4EA9-26952BAC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354618-3696-7DC8-77EA-94B25467B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9D27B2-A49B-6775-E47F-6CE95C4B5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37E01-345F-437B-A9BD-D24EA7A58075}" type="datetime1">
              <a:rPr lang="pt-BR" smtClean="0"/>
              <a:t>22/07/2026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BD0449-59CD-F733-5CF3-0801E306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34A2E5-955C-7647-5005-3F784A5D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54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9FE102-4633-515E-CB83-0DE75774C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74CB6C-3E97-E3B3-F54C-8C13F547A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FDF50A-4DA3-2278-4952-296D59E08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2E6A-584D-42D5-88AF-E6AB61470031}" type="datetime1">
              <a:rPr lang="pt-BR" smtClean="0"/>
              <a:t>22/07/2026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919A51-73EB-0585-FAB0-1B72F4CE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39BB58-4F2B-B77B-8FFC-40FE5F6E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6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F260105-9EF8-E5CA-324B-3A38B647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A72A02-9C6D-AB4D-84F7-158A3C2CA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A40AD8-ABCE-FA93-9410-E716E0D89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26C90-78A4-4645-9ACB-EB80EBFF0336}" type="datetime1">
              <a:rPr lang="pt-BR" smtClean="0"/>
              <a:t>22/07/2026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86D2DF-50F9-36B7-8A2F-E5DD72092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SDI - TI - github - "principais ocorrencias.pptx"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E0EA8E-71F5-D482-7EC1-E4574CD3D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49B5A-C981-4153-95D5-AD125A940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09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3D70F-25D2-9004-C883-1F14EC7EF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960" y="147003"/>
            <a:ext cx="9144000" cy="879157"/>
          </a:xfrm>
        </p:spPr>
        <p:txBody>
          <a:bodyPr>
            <a:normAutofit/>
          </a:bodyPr>
          <a:lstStyle/>
          <a:p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Principais ocorrências 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4126790-8602-FAB3-3B1C-0FEC543F5348}"/>
              </a:ext>
            </a:extLst>
          </p:cNvPr>
          <p:cNvSpPr txBox="1">
            <a:spLocks/>
          </p:cNvSpPr>
          <p:nvPr/>
        </p:nvSpPr>
        <p:spPr>
          <a:xfrm>
            <a:off x="623158" y="1338047"/>
            <a:ext cx="2997200" cy="5611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/>
              <a:t>Jan-Dez 2025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12207738-8DD3-FD5F-6008-72E365BFC309}"/>
              </a:ext>
            </a:extLst>
          </p:cNvPr>
          <p:cNvSpPr txBox="1">
            <a:spLocks/>
          </p:cNvSpPr>
          <p:nvPr/>
        </p:nvSpPr>
        <p:spPr>
          <a:xfrm>
            <a:off x="6890665" y="1338047"/>
            <a:ext cx="2997200" cy="5611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/>
              <a:t>Jan-Jul 2026</a:t>
            </a:r>
            <a:endParaRPr lang="pt-BR" sz="2800" b="1" dirty="0">
              <a:solidFill>
                <a:schemeClr val="bg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148897-C0B4-33B8-86AB-A6D530D7B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91" y="2111729"/>
            <a:ext cx="5312353" cy="413856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0D58A88-7AE3-8CE9-14E4-77437A6E9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876" y="2111729"/>
            <a:ext cx="6408124" cy="374865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0B4AFED-41A9-69BC-A2EA-468F3A6FB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89" y="309879"/>
            <a:ext cx="1425701" cy="810530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B9994B96-EF4B-3F42-76F1-823629AD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SDI - TI - github - "principais ocorrencias.pptx"</a:t>
            </a:r>
          </a:p>
        </p:txBody>
      </p:sp>
    </p:spTree>
    <p:extLst>
      <p:ext uri="{BB962C8B-B14F-4D97-AF65-F5344CB8AC3E}">
        <p14:creationId xmlns:p14="http://schemas.microsoft.com/office/powerpoint/2010/main" val="42171445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18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Principais ocorrências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Reinaldo Pinheiro</dc:creator>
  <cp:lastModifiedBy>Reinaldo Pinheiro</cp:lastModifiedBy>
  <cp:revision>2</cp:revision>
  <cp:lastPrinted>2026-07-21T20:18:56Z</cp:lastPrinted>
  <dcterms:created xsi:type="dcterms:W3CDTF">2026-07-21T20:18:37Z</dcterms:created>
  <dcterms:modified xsi:type="dcterms:W3CDTF">2026-07-22T12:55:39Z</dcterms:modified>
</cp:coreProperties>
</file>